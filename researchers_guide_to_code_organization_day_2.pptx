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310" r:id="rId3"/>
    <p:sldId id="311" r:id="rId4"/>
    <p:sldId id="318" r:id="rId5"/>
    <p:sldId id="319" r:id="rId6"/>
    <p:sldId id="320" r:id="rId7"/>
    <p:sldId id="321" r:id="rId8"/>
    <p:sldId id="312" r:id="rId9"/>
    <p:sldId id="322" r:id="rId10"/>
    <p:sldId id="323" r:id="rId11"/>
    <p:sldId id="313" r:id="rId12"/>
    <p:sldId id="314" r:id="rId13"/>
    <p:sldId id="315" r:id="rId14"/>
    <p:sldId id="316" r:id="rId15"/>
    <p:sldId id="31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89"/>
  </p:normalViewPr>
  <p:slideViewPr>
    <p:cSldViewPr snapToGrid="0">
      <p:cViewPr varScale="1">
        <p:scale>
          <a:sx n="123" d="100"/>
          <a:sy n="123" d="100"/>
        </p:scale>
        <p:origin x="2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B663D-0CBA-0946-288A-A32DD68CE0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C1DF5-ED8A-A33D-9695-F54380B4A5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9CEA0-BEF8-E194-7D5D-5D3A68587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50971-4CCE-8F4E-8782-89B8B7DE0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3955A-404A-80A4-9BDB-3A79EC55F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6010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2/20/25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5DF910-683F-4125-68EE-CA06B68DAC5F}"/>
              </a:ext>
            </a:extLst>
          </p:cNvPr>
          <p:cNvSpPr txBox="1"/>
          <p:nvPr userDrawn="1"/>
        </p:nvSpPr>
        <p:spPr>
          <a:xfrm>
            <a:off x="9921765" y="6633552"/>
            <a:ext cx="2249215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Slides by efrén cruz cortés</a:t>
            </a:r>
          </a:p>
        </p:txBody>
      </p:sp>
    </p:spTree>
    <p:extLst>
      <p:ext uri="{BB962C8B-B14F-4D97-AF65-F5344CB8AC3E}">
        <p14:creationId xmlns:p14="http://schemas.microsoft.com/office/powerpoint/2010/main" val="3546713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DE0A8-D95C-E51A-F244-AC8A65283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16B38-DCEC-CDA8-6DDF-DDB50E1CF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235E2-FA84-7BD1-72D9-35F439AC2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6FB42-514D-7818-057A-3D29B9840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986C1-FAD9-E8EA-038B-A9A9DDAA7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89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56BA6-963B-5CE2-2775-9758AFBA5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BDBAB-3817-823E-4309-32DA2A359D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A509F-C6FB-A859-E037-D0DC73446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B8366-71BF-E4D9-9EDB-4EB8AA2EA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E2CD3-42D4-7EB2-C07A-B503DE71E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47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65D4D-14AC-B8BF-8C7B-994848FD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33575-18C4-4820-2EF0-1C4AE2258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E24172-5C0A-8CBF-4021-6C90A96601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E10E7E-F8EF-26EE-5285-3C8B2DB33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A8325-5630-3880-D5BF-BD287D07E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FB8B92-A792-9B10-4FB9-9580FB648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569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D9C16-B351-1AD2-43F8-131E8082A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61135-E3EA-2631-5FC7-AA5D5504B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2571AC-C949-1428-FF11-53F248F856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7F89D3-FBB1-E203-0C0F-395C4100E5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1FD179-8248-4DBE-ED1D-B9885993E0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8CB05F-851F-0DBA-8654-094B2E25A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8F6B08-93AB-E8D2-D915-A35DCE317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D2EAAC-6C5D-8F03-2AF7-9A96FE01E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5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D194C-084F-CB66-32B2-846BDAF2D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FF2521-22CD-2D64-9964-FFB6E6585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B9D3E7-E528-EA79-2236-F23738CF7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D7420-95EE-83E1-E9B0-2C9073BDD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367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83ADE6-2F7B-949C-2750-2E07B0AC2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941CBC-6DB3-4176-3C99-50BAB1BE4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C359A-6C70-C9FA-508D-617E47571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476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7CAD-D625-D449-FF31-268D12BEA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561E8-06CB-378F-A481-30D7682A6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B637AA-105C-2F97-2C88-595548F50A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E6ACB4-4216-12B6-EFBB-E83D13F9C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A744C-8FB6-105E-B326-1C0158D2C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097661-E4D0-DB57-9CA2-7E01B7B06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025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4162B-872B-19A9-1C52-E579B91C2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CE890A-0277-FFD0-5DA1-7EF977FC95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D797B1-43B4-99FE-315C-FF7C5796A9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F4EC23-4600-6D59-241E-9E0159B56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E05E09-C8C5-98DE-6C42-F242673C6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6F9BB0-4606-7FA6-CA0C-25BBF2691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341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0BF85-4D48-FD71-F511-C14D5A165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AB1588-E261-DD4D-087A-D2E26CD658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28FDD1-E7CB-540A-9C7C-33829AAB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2A662-A053-4B5A-0262-EDF811DFD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22276-5E68-72F4-FA3D-9484735B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4514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F378AE-BB5B-6007-C84E-597369DAEB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AA97B7-DC8D-DB8A-397D-3035BB37EA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12689-63FD-0EFB-A02E-98D92DE3C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7BC20-7A1B-A07C-2870-750CAA0E1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75CAB-E2E3-8C92-CA89-7567BE46A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13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3B1C6C-DD1F-5389-2207-5672C81E1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35032-7B95-9048-91B1-D9622F20B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C0E0E-01C4-F60F-EAF4-90297D5F6E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5EA723-594D-2246-8483-776EEB0415A4}" type="datetimeFigureOut">
              <a:rPr lang="en-US" smtClean="0"/>
              <a:t>2/20/25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C5991-87C3-6014-BCF1-1BF8218015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2C313-7E26-058D-E54B-D10A1E3372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091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A2879C-8567-4F88-73A7-1184B7F38A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Researcher’s Guide to Code Organization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918AE9E-614B-12F0-D747-D9920C9BD2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efrén cruz cortés</a:t>
            </a:r>
          </a:p>
          <a:p>
            <a:r>
              <a:rPr lang="en-US" dirty="0"/>
              <a:t>TA: Yangyang Li</a:t>
            </a:r>
          </a:p>
        </p:txBody>
      </p:sp>
    </p:spTree>
    <p:extLst>
      <p:ext uri="{BB962C8B-B14F-4D97-AF65-F5344CB8AC3E}">
        <p14:creationId xmlns:p14="http://schemas.microsoft.com/office/powerpoint/2010/main" val="310778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A345C4ED-BD9D-1C33-1D99-50BAE26C4A8D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1161693-9B81-8479-AACA-750319997F46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8EBFB4A-CE18-C1A0-B950-DFF2A28F3F49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CCD19715-02E1-664B-8571-BC1FDD58E7B3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E9114B-1404-18EA-E974-807B00F42B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676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02177-76F7-59EE-6988-5F7D0DFED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8A4506E-329E-6FDD-C6DA-998C0196845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E5F636C-7A09-8FB7-11C0-5BC42AEF01EA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B8507652-F891-E580-1334-C20A8DBBF31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C106C1DF-41C6-526A-9DF4-2F00141B03FA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C7E19E-F43D-A9BF-5F29-12ED7BF577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Separation of Concerns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822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1658D-445C-8CDD-1B51-11473C88D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modularity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577BC-EC9D-93E7-245D-921E110F4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When writing code for your research, use the same principles as when organizing the project externally.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“module” can be a few lines, a function, a file, a set of files, depending on the scale).</a:t>
            </a:r>
          </a:p>
        </p:txBody>
      </p:sp>
    </p:spTree>
    <p:extLst>
      <p:ext uri="{BB962C8B-B14F-4D97-AF65-F5344CB8AC3E}">
        <p14:creationId xmlns:p14="http://schemas.microsoft.com/office/powerpoint/2010/main" val="1320052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12570-56DB-CB34-353A-1C19AE1D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Modularity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CAE5C-BC42-0BB0-D64D-04CFAC4C2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Encapsulation:</a:t>
            </a:r>
          </a:p>
          <a:p>
            <a:r>
              <a:rPr lang="en-US" dirty="0"/>
              <a:t>Aim for the module to be mostly self-contained.</a:t>
            </a:r>
          </a:p>
          <a:p>
            <a:r>
              <a:rPr lang="en-US" dirty="0"/>
              <a:t>Control what comes “in” and goes “out”.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Single Responsibility:</a:t>
            </a:r>
          </a:p>
          <a:p>
            <a:r>
              <a:rPr lang="en-US" dirty="0"/>
              <a:t>Aim for each module performing a specific task.</a:t>
            </a:r>
          </a:p>
          <a:p>
            <a:r>
              <a:rPr lang="en-US" dirty="0"/>
              <a:t>“Do one thing and do it well”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Hierarchy:</a:t>
            </a:r>
          </a:p>
          <a:p>
            <a:r>
              <a:rPr lang="en-US" dirty="0"/>
              <a:t>Exchange “flat”, long structures, for hierarchical, modular structures.</a:t>
            </a:r>
          </a:p>
        </p:txBody>
      </p:sp>
    </p:spTree>
    <p:extLst>
      <p:ext uri="{BB962C8B-B14F-4D97-AF65-F5344CB8AC3E}">
        <p14:creationId xmlns:p14="http://schemas.microsoft.com/office/powerpoint/2010/main" val="3915096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4FA8B-B437-0083-1F11-09FAB415E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flat script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DDC12BB-AB4D-05E1-FC45-60DB4446F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5118"/>
            <a:ext cx="4211782" cy="471184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Long script:</a:t>
            </a:r>
          </a:p>
          <a:p>
            <a:r>
              <a:rPr lang="en-US" dirty="0"/>
              <a:t>Flat structure</a:t>
            </a:r>
          </a:p>
          <a:p>
            <a:r>
              <a:rPr lang="en-US" dirty="0"/>
              <a:t>Many responsibilities</a:t>
            </a:r>
          </a:p>
          <a:p>
            <a:r>
              <a:rPr lang="en-US" dirty="0"/>
              <a:t>Hard to debug</a:t>
            </a:r>
          </a:p>
          <a:p>
            <a:r>
              <a:rPr lang="en-US" dirty="0"/>
              <a:t>Hard to re-use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A1C345-915C-B1B4-8299-07E3CAFE6F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6253" y="1163782"/>
            <a:ext cx="4421332" cy="522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495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71651-A2AE-D537-8E0F-9FB0C3A0B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382C8-3822-7CAA-3189-5F7348DE1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modular script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B26D44-ECBB-680E-5254-E919486AF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684" y="1454726"/>
            <a:ext cx="2098098" cy="18684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D04B5A-456D-81BF-B3A9-DE36B2827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576" y="5148799"/>
            <a:ext cx="2026227" cy="5464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AAC504-3368-A951-5F98-0277C42E2D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634" y="5079034"/>
            <a:ext cx="2034929" cy="6859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CBF516-7739-255A-1E09-0CCA61A338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4395" y="5120695"/>
            <a:ext cx="2157574" cy="6026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6489947-AA1E-53BA-7C23-33D6250C4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3481" y="4723948"/>
            <a:ext cx="1959264" cy="1396168"/>
          </a:xfrm>
          <a:prstGeom prst="rect">
            <a:avLst/>
          </a:prstGeom>
        </p:spPr>
      </p:pic>
      <p:cxnSp>
        <p:nvCxnSpPr>
          <p:cNvPr id="4" name="Curved Connector 3">
            <a:extLst>
              <a:ext uri="{FF2B5EF4-FFF2-40B4-BE49-F238E27FC236}">
                <a16:creationId xmlns:a16="http://schemas.microsoft.com/office/drawing/2014/main" id="{C5C3464F-C179-E237-8FCE-E068E03E3C69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5400000">
            <a:off x="3356040" y="2250254"/>
            <a:ext cx="1400767" cy="354662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ED0FD055-6C7D-6B16-18B3-659787AF1C0B}"/>
              </a:ext>
            </a:extLst>
          </p:cNvPr>
          <p:cNvCxnSpPr>
            <a:stCxn id="7" idx="2"/>
            <a:endCxn id="8" idx="0"/>
          </p:cNvCxnSpPr>
          <p:nvPr/>
        </p:nvCxnSpPr>
        <p:spPr>
          <a:xfrm rot="5400000">
            <a:off x="4393403" y="3712469"/>
            <a:ext cx="1825618" cy="104704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3B630A3B-5938-6EBF-8D57-490615CF469A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16200000" flipH="1">
            <a:off x="5696990" y="3455924"/>
            <a:ext cx="1755853" cy="14903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938C16D6-2E56-D5AE-0405-709C1DCA63F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7700" y="2175213"/>
            <a:ext cx="1797514" cy="409344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9340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F3115-73B7-5B4D-38F5-F3FC079BC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809B3DAB-A3DF-E342-9072-391413650D54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FA0852BB-67FA-0871-68AB-691CC01E04B9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ED53F70-B439-D3BE-E4AE-87149F014CCC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1FB186FC-5DBE-9D1A-5473-28A3FCC0E6BE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02B239-E232-7041-5FFB-B7B2C195099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Code Reuse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2455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B7DB-7EAB-92BE-9510-D6BDEC22E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reuse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3CA2D-8212-FB3C-D37D-61086A88E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Your code may perform similar tasks but with slightly different parameters:</a:t>
            </a:r>
          </a:p>
          <a:p>
            <a:r>
              <a:rPr lang="en-US" dirty="0"/>
              <a:t>Same analysis for different patients</a:t>
            </a:r>
          </a:p>
          <a:p>
            <a:r>
              <a:rPr lang="en-US" dirty="0"/>
              <a:t>Same type of graphs for different datasets</a:t>
            </a:r>
          </a:p>
          <a:p>
            <a:r>
              <a:rPr lang="en-US" dirty="0"/>
              <a:t>Same processing steps for different parameters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ym typeface="Wingdings" pitchFamily="2" charset="2"/>
              </a:rPr>
              <a:t> Encapsulate the general behavior, and reuse!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3945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DD764-6247-2E4D-38A3-600935AE8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8B285C-21FB-FAC0-CB75-79F7B891D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11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2C267-498F-6A0B-33F5-7BFCD0010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8511EC1F-7525-FED5-B3B8-582666887BAC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0D992417-02EC-9DAF-207A-6A965462A70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52A0851F-3BBF-DCDC-ED2E-903A5265A563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B7DD0B6-4E2A-B5A9-6386-06DC96AEB2F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2DF750B-E931-ACCE-3DBC-CCC89744AEB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6972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BF6D8-4963-B680-B24A-CDB783955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B621432-5463-F73C-8C49-B67F93C6EA7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670B39AF-C5D7-9E16-F845-BD7C4743272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1EE448F-9B17-6FE0-A701-203296C42B6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E5AB464-2EB9-8D77-368B-217AFB3CC116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FD3F28-321C-6ED0-4298-A09411E4B1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0898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C987-77C7-3D7F-C2AE-E12E0DD4B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1EA9B227-5507-A086-1725-227F4080AAE8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094788F6-3059-A670-E791-EA88BD645F8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54D284DA-0CE5-38E1-6773-3E984C1F4415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142DBB0-F06A-8A00-EDB0-AC06A7CB1C8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333ACE-BC4C-4CA5-9B4F-AD50F6D0B65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263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9DEE-779A-529E-A97F-0DB2E95A7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22C55C0-F012-0482-16AA-B90C7CF5C0B8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81749A6-27E7-BC9C-7BFF-A99947C8B4A8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2C8BABA0-8B12-BB55-0E1A-C26F2E336D9D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241DECF3-7068-9149-291B-67AF1DE7AA02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AE959C-E4A1-7AA5-B746-AF1616BC676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4171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D82F0-3D99-EC14-EAD4-8D3337E3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636787-2652-8F46-11CC-284540318574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E4AF3506-D93C-09BA-A09D-F1B97293420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1A9A1B5-2F17-9BA3-6B3C-8657C46D8AC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1EBCC1E-114D-51AB-5EF2-7D4C80A0550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C9BE4E-4B14-E51D-9B30-62F273BC7CF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3646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33720</TotalTime>
  <Words>194</Words>
  <Application>Microsoft Macintosh PowerPoint</Application>
  <PresentationFormat>Widescreen</PresentationFormat>
  <Paragraphs>41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Wingdings</vt:lpstr>
      <vt:lpstr>Office Theme</vt:lpstr>
      <vt:lpstr>The Researcher’s Guide to Code Organization</vt:lpstr>
      <vt:lpstr>PowerPoint Presentation</vt:lpstr>
      <vt:lpstr>PowerPoint Presentation</vt:lpstr>
      <vt:lpstr>Back to modularity</vt:lpstr>
      <vt:lpstr>Modularity principles</vt:lpstr>
      <vt:lpstr>Example – flat script</vt:lpstr>
      <vt:lpstr>Example – modular script</vt:lpstr>
      <vt:lpstr>PowerPoint Presentation</vt:lpstr>
      <vt:lpstr>Code reuse</vt:lpstr>
      <vt:lpstr>Example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Efren Nauvoo Cruz Cortes</cp:lastModifiedBy>
  <cp:revision>7</cp:revision>
  <dcterms:created xsi:type="dcterms:W3CDTF">2025-02-20T19:47:28Z</dcterms:created>
  <dcterms:modified xsi:type="dcterms:W3CDTF">2025-03-16T05:47:46Z</dcterms:modified>
</cp:coreProperties>
</file>